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한 장이 한 단계입니다. 붉은 번호가 가리키는 곳만 누르면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순서가 중요합니다. DNS 레코드를 먼저, GitHub 등록은 나중.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Settings 탭이 안 보이면 그 저장소의 소유자가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메뉴가 깁니다. Codespaces 바로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빌드가 필요한데 브랜치 배포로 두면 README 페이지가 뜹니다. 가장 흔한 실수.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배포 실패 상태로 도메인을 붙이면 404 가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안 되면 도메인을 붙여도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가비아·후이즈도 채우는 칸은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은 앞부분만, Target 에 저장소 이름을 붙이지 않습니다. 회색 구름.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서브도메인만 쓸 거면 건너뜁니다.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글씨보다 이 조회 결과가 정확합니다.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배포면 CNAME 파일은 빌드 결과물 안에 있어야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원인 셋 중 하나입니다. STEP 9 조회로 먼저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10분 대기를 건너뛰면 같은 캐시를 다시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체크박스가 회색이면 발급 중입니다. 성급히 켜면 사이트가 안 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FA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 · CUSTOM DOMAIN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사이트에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154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FB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도메인 연결하기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6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따라 하기 · 14단계 · 실제 구축 사례 기반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만드는 것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강의가 끝나면 이 주소가 살아 있습니다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FDEDEC"/>
          </a:solidFill>
          <a:ln w="12700">
            <a:solidFill>
              <a:srgbClr val="F5C6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2C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사용자이름.github.io/저장소/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46304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EAF3EC"/>
          </a:solidFill>
          <a:ln w="12700">
            <a:solidFill>
              <a:srgbClr val="B7DC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7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https://lms.내도메인.kr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06324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4F7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954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6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00400" y="320954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계정 · 도메인 1개 · DNS 관리 접근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4F7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7822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6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407822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도메인 값만. Pages 와 HTTPS 인증서는 무료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80060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4F7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94690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6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걸리는 시간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200400" y="494690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10분 + 기다림 (전파·인증서 발급)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669280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4F7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81558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6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5815584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한 장 = 한 단계. 붉은 번호만 따라간다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지도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단계 · 3번과 4번 사이에 기다림이 있다</a:t>
            </a:r>
            <a:endParaRPr lang="en-US" sz="1400" dirty="0"/>
          </a:p>
        </p:txBody>
      </p:sp>
      <p:pic>
        <p:nvPicPr>
          <p:cNvPr id="4" name="Image 0" descr="/home/user/lms/docs/lecture/pages-domain/png/concept-02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88720"/>
            <a:ext cx="11365992" cy="355187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란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저장소에 올린 정적 파일을 그대로 서비스해 주는 무료 호스팅</a:t>
            </a:r>
            <a:endParaRPr lang="en-US" sz="1400" dirty="0"/>
          </a:p>
        </p:txBody>
      </p:sp>
      <p:pic>
        <p:nvPicPr>
          <p:cNvPr id="4" name="Image 0" descr="/home/user/lms/docs/lecture/pages-domain/png/concept-01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88720"/>
            <a:ext cx="11365992" cy="49726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다섯 개만 알면 된다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 는 인터넷의 전화번호부다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212080"/>
                <a:gridCol w="3319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비유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DNS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도메인 이름을 IP 주소로 바꿔 주는 장치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114 안내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레코드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→ IPv4 주소 (185.199.108.153)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→ 집 주소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AAAA 레코드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→ IPv6 주소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→ 새 형식 주소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CNAME 레코드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→ 다른 이름 (별명)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"연락처는 옆집과 같아요"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TTL · 전파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바꾼 값이 퍼지는 데 걸리는 시간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번호가 안내에 반영되는 시간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937760"/>
            <a:ext cx="10908792" cy="109728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5257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서브도메인(lms.내도메인.kr)이면 CNAME 한 줄, 루트 도메인(내도메인.kr)이면 A 레코드 4개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레코드를 넣나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루트 도메인이냐 서브도메인이냐로 갈린다</a:t>
            </a:r>
            <a:endParaRPr lang="en-US" sz="1400" dirty="0"/>
          </a:p>
        </p:txBody>
      </p:sp>
      <p:pic>
        <p:nvPicPr>
          <p:cNvPr id="4" name="Image 0" descr="/home/user/lms/docs/lecture/pages-domain/png/concept-03-reco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422" y="1188720"/>
            <a:ext cx="10926107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— 저장소 설정으로 들어간다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github.com → 내 저장소 → 상단 Settings 탭</a:t>
            </a:r>
            <a:endParaRPr lang="en-US" sz="1400" dirty="0"/>
          </a:p>
        </p:txBody>
      </p:sp>
      <p:pic>
        <p:nvPicPr>
          <p:cNvPr id="4" name="Image 0" descr="/home/user/lms/docs/lecture/pages-domain/png/step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88720"/>
            <a:ext cx="11365992" cy="53041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— 왼쪽 메뉴에서 Pages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Settings → Code, planning, and automation → Pages</a:t>
            </a:r>
            <a:endParaRPr lang="en-US" sz="1400" dirty="0"/>
          </a:p>
        </p:txBody>
      </p:sp>
      <p:pic>
        <p:nvPicPr>
          <p:cNvPr id="4" name="Image 0" descr="/home/user/lms/docs/lecture/pages-domain/png/step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9413" y="1188720"/>
            <a:ext cx="917012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— 배포 방식(Source)을 고른다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Pages → Build and deployment → Source</a:t>
            </a:r>
            <a:endParaRPr lang="en-US" sz="1400" dirty="0"/>
          </a:p>
        </p:txBody>
      </p:sp>
      <p:pic>
        <p:nvPicPr>
          <p:cNvPr id="4" name="Image 0" descr="/home/user/lms/docs/lecture/pages-domain/png/step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9413" y="1188720"/>
            <a:ext cx="917012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3+ — 배포가 성공했는지 본다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(빌드형만) 저장소 Actions 탭 → 초록 체크 확인</a:t>
            </a:r>
            <a:endParaRPr lang="en-US" sz="1400" dirty="0"/>
          </a:p>
        </p:txBody>
      </p:sp>
      <p:pic>
        <p:nvPicPr>
          <p:cNvPr id="4" name="Image 0" descr="/home/user/lms/docs/lecture/pages-domain/png/step-0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792" y="1188720"/>
            <a:ext cx="10353368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— 기본 주소부터 확인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Settings → Pages 맨 위 Your site is live at</a:t>
            </a:r>
            <a:endParaRPr lang="en-US" sz="1400" dirty="0"/>
          </a:p>
        </p:txBody>
      </p:sp>
      <p:pic>
        <p:nvPicPr>
          <p:cNvPr id="4" name="Image 0" descr="/home/user/lms/docs/lecture/pages-domain/png/step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563" y="1188720"/>
            <a:ext cx="10029825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— DNS 관리 화면을 연다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Cloudflare → 도메인 → DNS → Records → Add record</a:t>
            </a:r>
            <a:endParaRPr lang="en-US" sz="1400" dirty="0"/>
          </a:p>
        </p:txBody>
      </p:sp>
      <p:pic>
        <p:nvPicPr>
          <p:cNvPr id="4" name="Image 0" descr="/home/user/lms/docs/lecture/pages-domain/png/step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563" y="1188720"/>
            <a:ext cx="10029825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 — 레코드 한 줄을 채운다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Type · Name · Target · Proxy · Save 다섯 곳</a:t>
            </a:r>
            <a:endParaRPr lang="en-US" sz="1400" dirty="0"/>
          </a:p>
        </p:txBody>
      </p:sp>
      <p:pic>
        <p:nvPicPr>
          <p:cNvPr id="4" name="Image 0" descr="/home/user/lms/docs/lecture/pages-domain/png/step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776" y="1188720"/>
            <a:ext cx="891540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7 — 저장된 레코드를 확인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 → Records 표에서 값과 구름 색을 본다</a:t>
            </a:r>
            <a:endParaRPr lang="en-US" sz="1400" dirty="0"/>
          </a:p>
        </p:txBody>
      </p:sp>
      <p:pic>
        <p:nvPicPr>
          <p:cNvPr id="4" name="Image 0" descr="/home/user/lms/docs/lecture/pages-domain/png/step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531" y="1188720"/>
            <a:ext cx="9725891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8 — (루트 도메인만) A 레코드 4줄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을 @ 로, IP 를 하나씩 네 번</a:t>
            </a:r>
            <a:endParaRPr lang="en-US" sz="1400" dirty="0"/>
          </a:p>
        </p:txBody>
      </p:sp>
      <p:pic>
        <p:nvPicPr>
          <p:cNvPr id="4" name="Image 0" descr="/home/user/lms/docs/lecture/pages-domain/png/step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563" y="1188720"/>
            <a:ext cx="10029825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9 — 퍼졌는지 내 컴퓨터에서 확인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→ cmd → nslookup 한 줄</a:t>
            </a:r>
            <a:endParaRPr lang="en-US" sz="1400" dirty="0"/>
          </a:p>
        </p:txBody>
      </p:sp>
      <p:pic>
        <p:nvPicPr>
          <p:cNvPr id="4" name="Image 0" descr="/home/user/lms/docs/lecture/pages-domain/png/step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4558" y="1188720"/>
            <a:ext cx="9439835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10 — GitHub 에 도메인을 등록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Settings → Pages → Custom domain → Save</a:t>
            </a:r>
            <a:endParaRPr lang="en-US" sz="1400" dirty="0"/>
          </a:p>
        </p:txBody>
      </p:sp>
      <p:pic>
        <p:nvPicPr>
          <p:cNvPr id="4" name="Image 0" descr="/home/user/lms/docs/lecture/pages-domain/png/step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531" y="1188720"/>
            <a:ext cx="9725891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11 — 빨간 글씨가 떴다면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 check unsuccessful · InvalidDNSError</a:t>
            </a:r>
            <a:endParaRPr lang="en-US" sz="1400" dirty="0"/>
          </a:p>
        </p:txBody>
      </p:sp>
      <p:pic>
        <p:nvPicPr>
          <p:cNvPr id="4" name="Image 0" descr="/home/user/lms/docs/lecture/pages-domain/png/step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9413" y="1188720"/>
            <a:ext cx="917012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12 — 등록을 리셋한다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Remove → 10분 대기 → 다시 입력 → Save</a:t>
            </a:r>
            <a:endParaRPr lang="en-US" sz="1400" dirty="0"/>
          </a:p>
        </p:txBody>
      </p:sp>
      <p:pic>
        <p:nvPicPr>
          <p:cNvPr id="4" name="Image 0" descr="/home/user/lms/docs/lecture/pages-domain/png/step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792" y="1188720"/>
            <a:ext cx="10353368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13 — 초록불 확인 → HTTPS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 check successful → Enforce HTTPS 체크</a:t>
            </a:r>
            <a:endParaRPr lang="en-US" sz="1400" dirty="0"/>
          </a:p>
        </p:txBody>
      </p:sp>
      <p:pic>
        <p:nvPicPr>
          <p:cNvPr id="4" name="Image 0" descr="/home/user/lms/docs/lecture/pages-domain/png/step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563" y="1188720"/>
            <a:ext cx="10029825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14 — 브라우저에서 최종 확인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자물쇠 · 화면 · 새로고침 세 가지</a:t>
            </a:r>
            <a:endParaRPr lang="en-US" sz="1400" dirty="0"/>
          </a:p>
        </p:txBody>
      </p:sp>
      <p:pic>
        <p:nvPicPr>
          <p:cNvPr id="4" name="Image 0" descr="/home/user/lms/docs/lecture/pages-domain/png/step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9413" y="1188720"/>
            <a:ext cx="917012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만나는 오류 네 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→ 원인 → 해결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25880"/>
          <a:ext cx="109087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  <a:gridCol w="3959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404 Page not found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배포 실패 · Pages 소스가 틀림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STEP 3 · STEP 3+ 로 돌아간다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화면이 하얗다 / CSS 깨짐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자산 경로가 /저장소/ 로 박힘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base 를 './' 로 바꾸고 재배포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DNS check unsuccessful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레코드 미반영 · 프록시 · GitHub 캐시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STEP 9 조회 → STEP 12 리셋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not eligible for HTTPS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DNS 초록불 전 · 발급 대기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초록불 먼저 → 5~15분 대기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297680"/>
            <a:ext cx="10908792" cy="1371600"/>
          </a:xfrm>
          <a:prstGeom prst="roundRect">
            <a:avLst>
              <a:gd name="adj" fmla="val 5333"/>
            </a:avLst>
          </a:prstGeom>
          <a:solidFill>
            <a:srgbClr val="F4F7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45262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리셋 절차 — 가장 잘 듣는 처방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60120" y="49377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Remove → 10분 기다림 → 도메인 직접 타이핑 → Save → 5분 뒤 Check again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빌드형 프로젝트의 함정 — 자산 경로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React·Vue 라면 이것부터 확인한다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2743200"/>
                <a:gridCol w="15819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github.io/저장소/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내도메인/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base: '/저장소이름/'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화면이 하얗게 뜬다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base: '/'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깨진다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base: './'  (상대 경로)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◎ 권장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383280"/>
            <a:ext cx="10908792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35661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vite.config.ts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60120" y="3931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base: './',    // 두 주소 모두에서 동작 — 전환 중에도 사이트가 죽지 않는다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CSS 가 깨지거나 화면이 하얗게 뜨면 F12 콘솔에서 404 를 확인한다.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막혔을 때 — 증상으로 원인을 좁힌다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도메인 주소로 무엇이 뜨는지부터 본다</a:t>
            </a:r>
            <a:endParaRPr lang="en-US" sz="1400" dirty="0"/>
          </a:p>
        </p:txBody>
      </p:sp>
      <p:pic>
        <p:nvPicPr>
          <p:cNvPr id="4" name="Image 0" descr="/home/user/lms/docs/lecture/pages-domain/png/concept-04-troublesho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2546" y="1188720"/>
            <a:ext cx="802386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사례 — lms.miraejob.co.kr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2026-08-20 · 실제로 밟은 순서와 걸린 함정</a:t>
            </a:r>
            <a:endParaRPr lang="en-US" sz="1400" dirty="0"/>
          </a:p>
        </p:txBody>
      </p:sp>
      <p:pic>
        <p:nvPicPr>
          <p:cNvPr id="4" name="Image 0" descr="/home/user/lms/docs/lecture/pages-domain/png/concept-05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3129" y="1188720"/>
            <a:ext cx="8282694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사례에서 뽑은 규칙 다섯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이것만 지키면 대부분 안 막힌다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0879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645920"/>
            <a:ext cx="384048" cy="384048"/>
          </a:xfrm>
          <a:prstGeom prst="ellipse">
            <a:avLst/>
          </a:prstGeom>
          <a:solidFill>
            <a:srgbClr val="0046C8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682496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63677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레코드 먼저, GitHub 도메인 저장은 나중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1090879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" y="2514600"/>
            <a:ext cx="384048" cy="384048"/>
          </a:xfrm>
          <a:prstGeom prst="ellipse">
            <a:avLst/>
          </a:prstGeom>
          <a:solidFill>
            <a:srgbClr val="0046C8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551176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54480" y="250545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문서보다 실제 조회를 믿는다 — nslookup 한 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1090879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2688" y="3383280"/>
            <a:ext cx="384048" cy="384048"/>
          </a:xfrm>
          <a:prstGeom prst="ellipse">
            <a:avLst/>
          </a:prstGeom>
          <a:solidFill>
            <a:srgbClr val="0046C8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3419856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54480" y="337413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빌드형 프로젝트는 상대 경로 base: './'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069080"/>
            <a:ext cx="1090879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51960"/>
            <a:ext cx="384048" cy="384048"/>
          </a:xfrm>
          <a:prstGeom prst="ellipse">
            <a:avLst/>
          </a:prstGeom>
          <a:solidFill>
            <a:srgbClr val="0046C8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4288536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54480" y="424281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CNAME 파일은 배포물 안에 (Actions 배포일 때)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937760"/>
            <a:ext cx="10908792" cy="731520"/>
          </a:xfrm>
          <a:prstGeom prst="roundRect">
            <a:avLst>
              <a:gd name="adj" fmla="val 10000"/>
            </a:avLst>
          </a:prstGeom>
          <a:solidFill>
            <a:srgbClr val="EAF3EC"/>
          </a:solidFill>
          <a:ln w="12700">
            <a:solidFill>
              <a:srgbClr val="B7DC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5120640"/>
            <a:ext cx="384048" cy="384048"/>
          </a:xfrm>
          <a:prstGeom prst="ellipse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" y="5157216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54480" y="51114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Cloudflare 는 회색 구름 — 이것 하나로 절반이 갈린다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과제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223354"/>
          </a:solidFill>
          <a:ln w="12700">
            <a:solidFill>
              <a:srgbClr val="3B4E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B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26060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D8E3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도메인의 서브도메인 하나를 골라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D8E3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1~14 를 따라 연결하고,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D8E3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 로 열리는 화면을 캡처해 제출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1828800"/>
            <a:ext cx="5148072" cy="3108960"/>
          </a:xfrm>
          <a:prstGeom prst="roundRect">
            <a:avLst>
              <a:gd name="adj" fmla="val 2353"/>
            </a:avLst>
          </a:prstGeom>
          <a:solidFill>
            <a:srgbClr val="223354"/>
          </a:solidFill>
          <a:ln w="12700">
            <a:solidFill>
              <a:srgbClr val="3B4E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208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B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— 하나 고르기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20840" y="26060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8E3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두 개를 서로 다른 서브도메인에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8E3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루트 도메인(A 레코드 4개)으로 연결해 비교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8E3F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프록시를 켜서 증상 관찰하고 복구하기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3949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6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막히면 — 증상 · 조회 결과 · 화면 캡처 세 가지를 들고 오세요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Pages 도메인 연결 — 화면 따라 하기</dc:title>
  <dc:subject>PptxGenJS Presentation</dc:subject>
  <dc:creator>PptxGenJS</dc:creator>
  <cp:lastModifiedBy>PptxGenJS</cp:lastModifiedBy>
  <cp:revision>1</cp:revision>
  <dcterms:created xsi:type="dcterms:W3CDTF">2026-08-20T13:10:25Z</dcterms:created>
  <dcterms:modified xsi:type="dcterms:W3CDTF">2026-08-20T13:10:25Z</dcterms:modified>
</cp:coreProperties>
</file>