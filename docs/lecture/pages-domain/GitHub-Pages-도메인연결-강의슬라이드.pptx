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끝나면 각자 자기 도메인으로 사이트가 열립니다. 도메인과 DNS 관리 화면 접근 권한이 준비물입니다.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서버가 없으니 서버 관리도 없습니다. 대신 DB 나 서버 프로그램은 못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반대로 하면 GitHub 이 DNS 실패를 캐시해서 한참 고생합니다. 실전 사례에서 실제로 겪은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칸에는 앞부분만. Target 에 저장소 이름을 붙이지 않는다. 프록시는 회색 구름.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복사·붙여넣기 대신 직접 타이핑. 보이지 않는 공백이 섞이는 사고가 잦습니다.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제출은 캡처 한 장이면 충분합니다. 실패한 경우도 증상과 조회 결과를 함께 내면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FA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· CUSTOM DOMAIN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사이트에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도메인 연결하기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중심 강의 · 90분 · 실제 구축 사례 포함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강의가 끝나면 이 주소가 살아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DEDEC"/>
          </a:solidFill>
          <a:ln w="12700">
            <a:solidFill>
              <a:srgbClr val="F5C6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사용자이름.github.io/저장소/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3EC"/>
          </a:solidFill>
          <a:ln w="12700">
            <a:solidFill>
              <a:srgbClr val="B7DC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https://lms.내도메인.kr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039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6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380390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계정 · 도메인 1개 · DNS 관리 접근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725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6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46725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값만. Pages 와 HTTPS 인증서는 무료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412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6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걸리는 시간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554126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10분 + 기다림 (전파·인증서 발급)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 올린 정적 파일을 그대로 서비스해 주는 무료 호스팅</a:t>
            </a:r>
            <a:endParaRPr lang="en-US" sz="1500" dirty="0"/>
          </a:p>
        </p:txBody>
      </p:sp>
      <p:pic>
        <p:nvPicPr>
          <p:cNvPr id="4" name="Image 0" descr="/home/user/lms/docs/lecture/pages-domain/png/01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645920"/>
            <a:ext cx="10332720" cy="4520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주소가 두 종류다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차이가 뒤에서 오류의 원인이 된다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411480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저장소 이름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주소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사이트 위치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사이트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사용자이름.github.io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https://사용자이름.github.io/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뿌리 /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사이트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아무 이름 (예: lms)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https://사용자이름.github.io/lms/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하위 경로 /lms/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840480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사이트를 도메인에 붙이면 사이트가 하위 경로에서 뿌리로 옮겨간다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4526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5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빌드형(React·Vue) 프로젝트라면 자산 경로 설정을 함께 고쳐야 화면이 하얗게 뜨지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개인 도메인인가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이유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9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기억하기 쉽다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jungaistar.github.io/lms/ 보다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lms.miraejob.co.kr 이 짧다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39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2121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신뢰를 준다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학생·고객에게 안내할 주소가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도메인이면 설명이 필요 없다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42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주소를 잃지 않는다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" y="4846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호스팅을 옮겨도 도메인은 그대로.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알릴 필요가 없다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206240"/>
            <a:ext cx="457200" cy="457200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42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4224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만들 수 있다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19088" y="4846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저장소마다 하나씩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 · blog · docs .내도메인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다섯 개만 알면 된다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는 인터넷의 전화번호부다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212080"/>
                <a:gridCol w="3319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DNS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도메인 이름을 IP 주소로 바꿔 주는 장치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114 안내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레코드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→ IPv4 주소 (185.199.108.153)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→ 집 주소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AAAA 레코드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→ IPv6 주소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→ 새 형식 주소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CNAME 레코드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→ 다른 이름 (별명)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"그 사람 연락처는 옆집과 같아요"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TTL · 전파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바꾼 값이 퍼지는 데 걸리는 시간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번호가 전국 안내에 반영되는 시간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단계 · 3번과 4번 사이에 기다림이 있다</a:t>
            </a:r>
            <a:endParaRPr lang="en-US" sz="1500" dirty="0"/>
          </a:p>
        </p:txBody>
      </p:sp>
      <p:pic>
        <p:nvPicPr>
          <p:cNvPr id="4" name="Image 0" descr="/home/user/lms/docs/lecture/pages-domain/png/02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28800"/>
            <a:ext cx="10332720" cy="32289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2578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FF8E6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54406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순서가 중요하다 — DNS 레코드를 먼저 넣고, GitHub 도메인 저장은 그 다음.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체크리스트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가지가 안 되면 다음으로 가지 않는다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214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04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사용자이름.github.io/저장소이름/ 으로 사이트가 열린다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0815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04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063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관리 화면에 로그인할 수 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041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04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023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주소를 쓸지 정했다 (예: lms.내도메인.kr)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001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04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983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저장소가 Public 이다 (Private 은 유료 플랜에서만 Pages 사용)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FDEDEC"/>
          </a:solidFill>
          <a:ln w="12700">
            <a:solidFill>
              <a:srgbClr val="F5C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989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주소가 안 열리면 도메인을 붙여도 안 열린다. 여기부터 해결한다.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— DNS 레코드 추가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도메인이냐 서브도메인이냐로 갈린다</a:t>
            </a:r>
            <a:endParaRPr lang="en-US" sz="1500" dirty="0"/>
          </a:p>
        </p:txBody>
      </p:sp>
      <p:pic>
        <p:nvPicPr>
          <p:cNvPr id="4" name="Image 0" descr="/home/user/lms/docs/lecture/pages-domain/png/03-dns-rec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428" y="1691640"/>
            <a:ext cx="971209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실습 — DNS 관리 화면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예시 · 가비아·후이즈도 채우는 칸은 같다</a:t>
            </a:r>
            <a:endParaRPr lang="en-US" sz="1500" dirty="0"/>
          </a:p>
        </p:txBody>
      </p:sp>
      <p:pic>
        <p:nvPicPr>
          <p:cNvPr id="4" name="Image 0" descr="/home/user/lms/docs/lecture/pages-domain/png/05-dns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487" y="1645920"/>
            <a:ext cx="830797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퍼졌는지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레코드를 넣고 1~10분 뒤 직접 조회한다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-type=cname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lms.example.com 8.8.8.8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48072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· Linux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+short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lms.example.com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0879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840480"/>
                <a:gridCol w="2862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 결과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사용자이름.github.io / 185.199.10x.153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단계로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아무것도 안 나옴 · NXDOMAIN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레코드가 없거나 아직 안 퍼짐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10분~1시간 대기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104.x.x.x · 172.67.x.x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Cloudflare 프록시 켜짐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회색 구름으로 변경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— GitHub 에 도메인 등록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Settings → Pages → Custom domain</a:t>
            </a:r>
            <a:endParaRPr lang="en-US" sz="1500" dirty="0"/>
          </a:p>
        </p:txBody>
      </p:sp>
      <p:pic>
        <p:nvPicPr>
          <p:cNvPr id="4" name="Image 0" descr="/home/user/lms/docs/lecture/pages-domain/png/04-github-pages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487" y="1645920"/>
            <a:ext cx="830797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— HTTPS 켜기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지키면 저절로 된다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94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0848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check 초록불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4963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빨간불이면 인증서는 시작도 안 된다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4747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295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364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 자동 발급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7764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Encrypt · 보통 5~15분, 길면 1시간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EAF3EC"/>
          </a:solidFill>
          <a:ln w="12700">
            <a:solidFill>
              <a:srgbClr val="B7DC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75488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8097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645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Enforce HTTPS 체크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50566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체크박스가 활성화된 뒤에 켠다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FDEDEC"/>
          </a:solidFill>
          <a:ln w="12700">
            <a:solidFill>
              <a:srgbClr val="F5C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9618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인증서가 없는데 Enforce HTTPS 를 켜면 사이트가 아예 안 열린다.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— 브라우저에서 최종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눈으로 본다</a:t>
            </a:r>
            <a:endParaRPr lang="en-US" sz="1500" dirty="0"/>
          </a:p>
        </p:txBody>
      </p:sp>
      <p:pic>
        <p:nvPicPr>
          <p:cNvPr id="4" name="Image 0" descr="/home/user/lms/docs/lecture/pages-domain/png/06-browser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691640"/>
            <a:ext cx="10332720" cy="45205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빌드형 프로젝트의 함정 — 자산 경로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React·Vue 라면 이것부터 확인한다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274320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github.io/저장소/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내도메인/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base: '/저장소이름/'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화면이 하얗게 뜬다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base: '/'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깨진다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base: './'  (상대 경로)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 권장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4114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vite.config.ts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4480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base: './',    // 두 주소 모두에서 동작 — 전환 중에도 사이트가 죽지 않는다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CSS 가 깨지거나 화면이 하얗게 뜨면 F12 콘솔에서 404 를 확인한다.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막혔을 때 — 증상으로 원인을 좁힌다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주소로 무엇이 뜨는지부터 본다</a:t>
            </a:r>
            <a:endParaRPr lang="en-US" sz="1500" dirty="0"/>
          </a:p>
        </p:txBody>
      </p:sp>
      <p:pic>
        <p:nvPicPr>
          <p:cNvPr id="4" name="Image 0" descr="/home/user/lms/docs/lecture/pages-domain/png/07-troublesh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446" y="1645920"/>
            <a:ext cx="73380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만나는 오류 네 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→ 원인 → 해결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3959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404 Page not found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실패 · Pages 소스가 틀림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Actions 초록 체크 확인 → Source 를 맞게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화면이 하얗다 / CSS 깨짐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 경로가 /저장소/ 로 박힘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 를 './' 로 바꾸고 재배포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DNS check unsuccessful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레코드 미반영 · 프록시 · GitHub 캐시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조회로 확인 → Remove·10분·재입력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not eligible for HTTPS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DNS 초록불 전 · 발급 대기 · 프록시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초록불 먼저 → 5~15분 대기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4632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리셋 절차 — 가장 잘 듣는 처방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Remove → 10분 기다림 → 도메인 직접 타이핑 → Save → 5분 뒤 Check again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사례 — lms.miraejob.co.kr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2026-08-20 · 실제로 밟은 순서와 걸린 함정</a:t>
            </a:r>
            <a:endParaRPr lang="en-US" sz="1500" dirty="0"/>
          </a:p>
        </p:txBody>
      </p:sp>
      <p:pic>
        <p:nvPicPr>
          <p:cNvPr id="4" name="Image 0" descr="/home/user/lms/docs/lecture/pages-domain/png/08-case-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7090" y="1645920"/>
            <a:ext cx="757477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사례에서 뽑은 규칙 다섯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이것만 지키면 대부분 안 막힌다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11680"/>
            <a:ext cx="384048" cy="384048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4825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레코드 먼저, GitHub 도메인 저장은 나중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880360"/>
            <a:ext cx="384048" cy="384048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9169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87121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문서보다 실제 조회를 믿는다 — nslookup 한 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3749040"/>
            <a:ext cx="384048" cy="384048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78561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739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빌드형 프로젝트는 상대 경로 base: './'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4617720"/>
            <a:ext cx="384048" cy="384048"/>
          </a:xfrm>
          <a:prstGeom prst="ellipse">
            <a:avLst/>
          </a:prstGeom>
          <a:solidFill>
            <a:srgbClr val="0046C8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65429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460857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CNAME 파일은 배포물 안에 (Actions 배포일 때)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2700">
            <a:solidFill>
              <a:srgbClr val="B7DC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5486400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55229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547725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는 회색 구름 — 이것 하나로 절반이 갈린다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과제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23354"/>
          </a:solidFill>
          <a:ln w="12700">
            <a:solidFill>
              <a:srgbClr val="3B4E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606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8E3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도메인의 서브도메인 하나를 골라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8E3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사이트를 연결하고,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8E3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 로 열리는 화면을 캡처해 제출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0"/>
            <a:ext cx="5148072" cy="3108960"/>
          </a:xfrm>
          <a:prstGeom prst="roundRect">
            <a:avLst>
              <a:gd name="adj" fmla="val 2353"/>
            </a:avLst>
          </a:prstGeom>
          <a:solidFill>
            <a:srgbClr val="223354"/>
          </a:solidFill>
          <a:ln w="12700">
            <a:solidFill>
              <a:srgbClr val="3B4E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— 하나 고르기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20840" y="26060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3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두 개를 서로 다른 서브도메인에 붙이기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3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도메인(A 레코드 4개)으로 연결해 비교하기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3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프록시를 켜서 증상을 관찰하고 복구하기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— 증상 · 조회 결과 · 화면 캡처 세 가지를 들고 오세요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Pages 도메인 연결</dc:title>
  <dc:subject>PptxGenJS Presentation</dc:subject>
  <dc:creator>강의 교안</dc:creator>
  <cp:lastModifiedBy>강의 교안</cp:lastModifiedBy>
  <cp:revision>1</cp:revision>
  <dcterms:created xsi:type="dcterms:W3CDTF">2026-08-20T11:57:08Z</dcterms:created>
  <dcterms:modified xsi:type="dcterms:W3CDTF">2026-08-20T11:57:08Z</dcterms:modified>
</cp:coreProperties>
</file>