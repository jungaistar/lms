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036" y="1714071"/>
            <a:ext cx="85703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b="1" spc="5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· 도메인 연결 가이드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036" y="2152112"/>
            <a:ext cx="9522619" cy="72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사이트에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857036" y="2875831"/>
            <a:ext cx="9522619" cy="72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도메인 연결하기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857036" y="3885228"/>
            <a:ext cx="914171" cy="57136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6" name="Text 4"/>
          <p:cNvSpPr/>
          <p:nvPr/>
        </p:nvSpPr>
        <p:spPr>
          <a:xfrm>
            <a:off x="857036" y="4170907"/>
            <a:ext cx="9522619" cy="28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7C7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사이트를 lms.내도메인.kr 로 여는 14단계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857036" y="4761309"/>
            <a:ext cx="1561709" cy="342814"/>
          </a:xfrm>
          <a:prstGeom prst="roundRect">
            <a:avLst>
              <a:gd name="adj" fmla="val 48012"/>
            </a:avLst>
          </a:prstGeom>
          <a:solidFill>
            <a:srgbClr val="0E2A47"/>
          </a:solidFill>
          <a:ln w="12700">
            <a:solidFill>
              <a:srgbClr val="4460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036" y="4761309"/>
            <a:ext cx="1561709" cy="34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약 10분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52062" y="4761309"/>
            <a:ext cx="1847388" cy="342814"/>
          </a:xfrm>
          <a:prstGeom prst="roundRect">
            <a:avLst>
              <a:gd name="adj" fmla="val 48012"/>
            </a:avLst>
          </a:prstGeom>
          <a:solidFill>
            <a:srgbClr val="0E2A47"/>
          </a:solidFill>
          <a:ln w="12700">
            <a:solidFill>
              <a:srgbClr val="446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2062" y="4761309"/>
            <a:ext cx="1847388" cy="34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프로그램 없음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2767" y="4761309"/>
            <a:ext cx="2275906" cy="342814"/>
          </a:xfrm>
          <a:prstGeom prst="roundRect">
            <a:avLst>
              <a:gd name="adj" fmla="val 48012"/>
            </a:avLst>
          </a:prstGeom>
          <a:solidFill>
            <a:srgbClr val="0E2A47"/>
          </a:solidFill>
          <a:ln w="12700">
            <a:solidFill>
              <a:srgbClr val="4460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767" y="4761309"/>
            <a:ext cx="2275906" cy="34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값 외 비용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1989" y="4761309"/>
            <a:ext cx="1561709" cy="342814"/>
          </a:xfrm>
          <a:prstGeom prst="roundRect">
            <a:avLst>
              <a:gd name="adj" fmla="val 48012"/>
            </a:avLst>
          </a:prstGeom>
          <a:solidFill>
            <a:srgbClr val="0E2A47"/>
          </a:solidFill>
          <a:ln w="12700">
            <a:solidFill>
              <a:srgbClr val="446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1989" y="4761309"/>
            <a:ext cx="1561709" cy="34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따라 하기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37015" y="4761309"/>
            <a:ext cx="2847263" cy="342814"/>
          </a:xfrm>
          <a:prstGeom prst="roundRect">
            <a:avLst>
              <a:gd name="adj" fmla="val 48012"/>
            </a:avLst>
          </a:prstGeom>
          <a:solidFill>
            <a:srgbClr val="0E2A47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7015" y="4761309"/>
            <a:ext cx="2847263" cy="34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v1.0 · 2026-08-20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66583" y="1237940"/>
            <a:ext cx="10474881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레코드를 먼저 넣고, GitHub 등록은 그 다음입니다.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6583" y="1580755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580755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pic>
        <p:nvPicPr>
          <p:cNvPr id="10" name="Image 0" descr="/home/user/lms/docs/lecture/pages-domain/pn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83" y="1895001"/>
            <a:ext cx="10855785" cy="3908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지식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552187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RECORD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레코드를 넣나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6583" y="1237940"/>
            <a:ext cx="10474881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쓰려는 주소가 서브도메인이냐 루트 도메인이냐로 갈립니다.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583" y="1580755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580755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pic>
        <p:nvPicPr>
          <p:cNvPr id="11" name="Image 0" descr="/home/user/lms/docs/lecture/pages-domain/png/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83" y="1895001"/>
            <a:ext cx="9522619" cy="3809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설정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설정으로 들어간다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설정이 있는 화면까지 들어갑니다.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github.com 에 로그인하고 내 저장소를 엽니다.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탭 줄의 맨 오른쪽 Settings 를 누릅니다.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.../저장소/settings 로 바뀌면 성공입니다.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보이나요?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 탭은 저장소 주인에게만 보입니다. 내 계정의 저장소가 맞는지 확인하세요.</a:t>
            </a:r>
            <a:endParaRPr lang="en-US" sz="101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설정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메뉴에서 Pages 를 찾는다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설정 화면을 엽니다.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세로 메뉴를 아래로 내립니다.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2961534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2961534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2942489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Code, planning, and automation 묶음의 Pages 를 누릅니다.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 GitHub Pages 제목이 나오면 성공입니다.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028068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104249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294701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깁니다. Codespaces 바로 아래에 있습니다. 화면이 좁으면 메뉴가 접혀 있을 수 있습니다.</a:t>
            </a:r>
            <a:endParaRPr lang="en-US" sz="10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방식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방식(Source)을 고른다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프로젝트에 맞는 배포 방식을 정합니다.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and deployment 의 Source 드롭다운을 누릅니다.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을 그대로 올렸다면 Deploy from a branch 를 고릅니다.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React·Vue 처럼 빌드가 필요하면 GitHub Actions 를 고릅니다.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952262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952262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흔한 실수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빌드가 필요한 프로젝트인데 Deploy from a branch 로 두면 저장소 루트가 그대로 서비스되어 README 가 렌더된 페이지가 뜹니다.</a:t>
            </a:r>
            <a:endParaRPr lang="en-US" sz="10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3+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빌드형만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배포가 성공했는지 확인한다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내용이 실제로 올라갔는지 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상단의 Actions 탭을 누릅니다.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2961534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2961534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2942489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 실행에 초록 체크(✓)가 있는지 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266258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266258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247213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✕ 면 눌러서 실패 로그를 확인합니다.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3609073"/>
            <a:ext cx="3809048" cy="761810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3609073"/>
            <a:ext cx="38090" cy="761810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3685253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먼저 보나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3875706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배포가 실패한 채로 도메인을 붙이면 옛 화면이나 404 가 뜹니다. 원인을 도메인에서 찾다 시간을 버립니다.</a:t>
            </a:r>
            <a:endParaRPr lang="en-US" sz="10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주소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주소부터 열어 본다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도메인을 붙이기 전에 사이트가 살아 있는지 확인합니다.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Pages 화면 맨 위 Your site is live at 의 주소를 확인합니다.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site 를 눌러 실제로 열어 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사이트 화면이 뜨면 다음 단계로 갑니다.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952262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028068"/>
            <a:ext cx="38090" cy="952262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104249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기준선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294701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주소가 안 열리면 도메인을 붙여도 안 열립니다. 404 가 뜨면 STEP 3 · STEP 3+ 로 돌아갑니다.</a:t>
            </a:r>
            <a:endParaRPr lang="en-US" sz="10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설정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관리 화면을 연다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도메인의 레코드를 추가할 수 있는 화면으로 갑니다.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도메인을 관리하는 곳(Cloudflare·가비아·후이즈)에 로그인합니다.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도메인을 고르고 왼쪽 메뉴에서 DNS → Records 로 들어갑니다.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Add record 를 눌러 입력 칸을 펼칩니다.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업체라면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가비아·후이즈는 "DNS 관리 → 레코드 수정" 자리입니다. 채우는 칸(종류·이름·값)은 어디나 같습니다.</a:t>
            </a:r>
            <a:endParaRPr lang="en-US" sz="10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설정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 한 줄을 채운다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서브도메인이 GitHub 을 가리키게 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을 CNAME 으로 고릅니다.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2961534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2961534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2942489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에 앞부분만 적습니다 (예: lms). 뒤 도메인은 자동으로 붙습니다.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 에 사용자이름.github.io 를 적습니다. 저장소 이름은 붙이지 않습니다.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3989977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5" name="Text 22"/>
          <p:cNvSpPr/>
          <p:nvPr/>
        </p:nvSpPr>
        <p:spPr>
          <a:xfrm>
            <a:off x="7713321" y="3989977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56135" y="3970932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Proxy status 를 DNS only(회색 구름)로 둡니다.</a:t>
            </a:r>
            <a:endParaRPr lang="en-US" sz="1088" dirty="0"/>
          </a:p>
        </p:txBody>
      </p:sp>
      <p:sp>
        <p:nvSpPr>
          <p:cNvPr id="27" name="Shape 24"/>
          <p:cNvSpPr/>
          <p:nvPr/>
        </p:nvSpPr>
        <p:spPr>
          <a:xfrm>
            <a:off x="7713321" y="4504199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8" name="Text 25"/>
          <p:cNvSpPr/>
          <p:nvPr/>
        </p:nvSpPr>
        <p:spPr>
          <a:xfrm>
            <a:off x="7713321" y="4504199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56135" y="4485153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 를 누릅니다.</a:t>
            </a:r>
            <a:endParaRPr lang="en-US" sz="1088" dirty="0"/>
          </a:p>
        </p:txBody>
      </p:sp>
      <p:sp>
        <p:nvSpPr>
          <p:cNvPr id="30" name="Shape 27"/>
          <p:cNvSpPr/>
          <p:nvPr/>
        </p:nvSpPr>
        <p:spPr>
          <a:xfrm>
            <a:off x="7713321" y="4847013"/>
            <a:ext cx="3809048" cy="761810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31" name="Shape 28"/>
          <p:cNvSpPr/>
          <p:nvPr/>
        </p:nvSpPr>
        <p:spPr>
          <a:xfrm>
            <a:off x="7713321" y="4847013"/>
            <a:ext cx="38090" cy="761810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32" name="Text 29"/>
          <p:cNvSpPr/>
          <p:nvPr/>
        </p:nvSpPr>
        <p:spPr>
          <a:xfrm>
            <a:off x="7865683" y="4923194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구름 금지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7865683" y="5113646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프록시를 켜면 GitHub 이 도메인 소유를 확인하지 못해 HTTPS 인증서가 발급되지 않습니다.</a:t>
            </a:r>
            <a:endParaRPr lang="en-US" sz="1013" dirty="0"/>
          </a:p>
        </p:txBody>
      </p:sp>
      <p:sp>
        <p:nvSpPr>
          <p:cNvPr id="34" name="Shape 31"/>
          <p:cNvSpPr/>
          <p:nvPr/>
        </p:nvSpPr>
        <p:spPr>
          <a:xfrm>
            <a:off x="7713321" y="5704049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35" name="Shape 32"/>
          <p:cNvSpPr/>
          <p:nvPr/>
        </p:nvSpPr>
        <p:spPr>
          <a:xfrm>
            <a:off x="7713321" y="5704049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36" name="Text 33"/>
          <p:cNvSpPr/>
          <p:nvPr/>
        </p:nvSpPr>
        <p:spPr>
          <a:xfrm>
            <a:off x="7865683" y="5780230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붙여넣기보다 타이핑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7865683" y="5970682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복사한 값에 보이지 않는 공백이 섞이면 GitHub 이 읽지 못합니다.</a:t>
            </a:r>
            <a:endParaRPr lang="en-US" sz="10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설정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레코드를 눈으로 확인한다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제대로 들어갔는지 표에서 확인합니다.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→ Records 표에서 내가 만든 줄을 찾습니다.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· Type · Content 세 값이 맞는지 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Proxy status 가 회색 구름(DNS only)인지 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주황이면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구름을 눌러 회색으로 바꾸고 저장합니다. 몇 분 뒤 반영됩니다.</a:t>
            </a:r>
            <a:endParaRPr lang="en-US" sz="10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도메인만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도메인이면 A 레코드 4줄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 아무것도 없는 도메인(내도메인.kr)을 연결합니다.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을 A 로, Name 을 @ 로 둡니다.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IPv4 주소 칸에 IP 를 하나 넣고 저장합니다.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IP 세 개도 같은 방법으로 넣습니다 (모두 DNS only).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89512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7846638" y="4313746"/>
            <a:ext cx="3580505" cy="74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63" dirty="0">
                <a:solidFill>
                  <a:srgbClr val="E7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185.199.108.153</a:t>
            </a:r>
            <a:endParaRPr lang="en-US" sz="863" dirty="0"/>
          </a:p>
          <a:p>
            <a:pPr indent="0" marL="0">
              <a:lnSpc>
                <a:spcPts val="1350"/>
              </a:lnSpc>
              <a:buNone/>
            </a:pPr>
            <a:r>
              <a:rPr lang="en-US" sz="863" dirty="0">
                <a:solidFill>
                  <a:srgbClr val="E7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185.199.109.153</a:t>
            </a:r>
            <a:endParaRPr lang="en-US" sz="863" dirty="0"/>
          </a:p>
          <a:p>
            <a:pPr indent="0" marL="0">
              <a:lnSpc>
                <a:spcPts val="1350"/>
              </a:lnSpc>
              <a:buNone/>
            </a:pPr>
            <a:r>
              <a:rPr lang="en-US" sz="863" dirty="0">
                <a:solidFill>
                  <a:srgbClr val="E7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185.199.110.153</a:t>
            </a:r>
            <a:endParaRPr lang="en-US" sz="863" dirty="0"/>
          </a:p>
          <a:p>
            <a:pPr indent="0" marL="0">
              <a:lnSpc>
                <a:spcPts val="1350"/>
              </a:lnSpc>
              <a:buNone/>
            </a:pPr>
            <a:r>
              <a:rPr lang="en-US" sz="863" dirty="0">
                <a:solidFill>
                  <a:srgbClr val="E7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185.199.111.153</a:t>
            </a:r>
            <a:endParaRPr lang="en-US" sz="863" dirty="0"/>
          </a:p>
        </p:txBody>
      </p:sp>
      <p:sp>
        <p:nvSpPr>
          <p:cNvPr id="26" name="Shape 23"/>
          <p:cNvSpPr/>
          <p:nvPr/>
        </p:nvSpPr>
        <p:spPr>
          <a:xfrm>
            <a:off x="7713321" y="5246963"/>
            <a:ext cx="3809048" cy="76181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7" name="Shape 24"/>
          <p:cNvSpPr/>
          <p:nvPr/>
        </p:nvSpPr>
        <p:spPr>
          <a:xfrm>
            <a:off x="7713321" y="5246963"/>
            <a:ext cx="38090" cy="76181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8" name="Text 25"/>
          <p:cNvSpPr/>
          <p:nvPr/>
        </p:nvSpPr>
        <p:spPr>
          <a:xfrm>
            <a:off x="7865683" y="5323144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서브도메인만 쓴다면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7865683" y="5513596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단계는 건너뜁니다. 루트 도메인은 규격상 CNAME 을 쓸 수 없어 IP 를 직접 적습니다.</a:t>
            </a:r>
            <a:endParaRPr lang="en-US" sz="101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876081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9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56936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퍼졌는지 내 컴퓨터에서 확인한다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글씨가 아니라 실제 DNS 상태를 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버튼을 누르고 cmd 를 입력해 명령 프롬프트를 엽니다.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명령을 한 줄 칩니다.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결과에 사용자이름.github.io 가 나오면 성공입니다.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38090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7846638" y="4104249"/>
            <a:ext cx="358050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63" dirty="0">
                <a:solidFill>
                  <a:srgbClr val="E7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-type=cname lms.내도메인.kr 8.8.8.8</a:t>
            </a:r>
            <a:endParaRPr lang="en-US" sz="863" dirty="0"/>
          </a:p>
        </p:txBody>
      </p:sp>
      <p:sp>
        <p:nvSpPr>
          <p:cNvPr id="26" name="Shape 23"/>
          <p:cNvSpPr/>
          <p:nvPr/>
        </p:nvSpPr>
        <p:spPr>
          <a:xfrm>
            <a:off x="7713321" y="4523244"/>
            <a:ext cx="3809048" cy="952262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7" name="Shape 24"/>
          <p:cNvSpPr/>
          <p:nvPr/>
        </p:nvSpPr>
        <p:spPr>
          <a:xfrm>
            <a:off x="7713321" y="4523244"/>
            <a:ext cx="38090" cy="952262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8" name="Text 25"/>
          <p:cNvSpPr/>
          <p:nvPr/>
        </p:nvSpPr>
        <p:spPr>
          <a:xfrm>
            <a:off x="7865683" y="4599425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맥·리눅스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7865683" y="4789877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dig +short lms.내도메인.kr 을 씁니다. 웹으로 보려면 dnschecker.org 에 주소를 넣습니다.</a:t>
            </a:r>
            <a:endParaRPr lang="en-US" sz="10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10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등록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에 도메인을 등록한다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이 이 주소로 사이트를 서비스하게 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 → Pages 의 Custom domain 칸에 주소를 직접 타이핑합니다.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 를 누릅니다.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DNS check successful 초록 문구를 확인합니다.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1142714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028068"/>
            <a:ext cx="38090" cy="1142714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104249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Actions 로 배포한다면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294701"/>
            <a:ext cx="3523369" cy="76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 를 누르면 GitHub 이 저장소에 CNAME 파일을 만들지만 그 파일은 쓰이지 않습니다. 빌드 결과물 안에 CNAME 이 들어가야 합니다 (Vite 는 public/CNAME).</a:t>
            </a:r>
            <a:endParaRPr lang="en-US" sz="101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글씨가 떴다면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오류의 원인을 셋 중 하나로 가릅니다.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check unsuccessful 아래 오류 문구를 읽습니다.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9 의 조회로 진짜 DNS 상태를 확인합니다.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원인에 맞는 처방을 고릅니다 (기다림 · 회색 구름 · 리셋).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952262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952262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InvalidDNSError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"DNS 레코드를 가져올 수 없다"는 뜻입니다. 조회는 정상인데 여기만 빨간불이면 GitHub 이 옛 실패를 캐시한 것입니다.</a:t>
            </a:r>
            <a:endParaRPr lang="en-US" sz="10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12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등록을 리셋한다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이 DNS 를 새로 조회하게 만듭니다.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 domain 옆 Remove 를 누릅니다.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기다립니다. 이 대기를 건너뛰면 같은 캐시를 다시 읽습니다.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685253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685253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666208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도메인을 다시 타이핑하고 Save → 5분 뒤 Check again 을 누릅니다.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237565"/>
            <a:ext cx="3809048" cy="952262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237565"/>
            <a:ext cx="38090" cy="952262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313746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26B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안 되면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504199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CNAME 대신 A 레코드 4개 + AAAA 4개 ② 계정 설정에서 도메인 소유 확인(Verify domain) ③ 최대 24시간까지 기다립니다.</a:t>
            </a:r>
            <a:endParaRPr lang="en-US" sz="101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13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 확인 → HTTPS 를 켠다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주소창에 자물쇠가 뜨게 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check successful 초록 문구를 확인합니다.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인증서가 발급될 때까지 5~15분 기다립니다.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Enforce HTTPS 체크박스가 켜지면 체크합니다.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761810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028068"/>
            <a:ext cx="38090" cy="761810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104249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성급하게 켜지 말 것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294701"/>
            <a:ext cx="3523369" cy="38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인증서가 없는 상태에서 강제하면 사이트가 아예 열리지 않습니다. 체크박스가 활성화된 뒤에 켭니다.</a:t>
            </a:r>
            <a:endParaRPr lang="en-US" sz="101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980830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14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761684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최종 확인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666458"/>
            <a:ext cx="6722969" cy="4373633"/>
          </a:xfrm>
          <a:prstGeom prst="rect">
            <a:avLst/>
          </a:prstGeom>
          <a:solidFill>
            <a:srgbClr val="F4F6F9"/>
          </a:solidFill>
          <a:ln w="12700">
            <a:solidFill>
              <a:srgbClr val="D9E0E8"/>
            </a:solidFill>
            <a:prstDash val="solid"/>
          </a:ln>
        </p:spPr>
      </p:sp>
      <p:pic>
        <p:nvPicPr>
          <p:cNvPr id="11" name="Image 0" descr="/home/user/lms/docs/lecture/pages-domain/png/sho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10" y="1761684"/>
            <a:ext cx="6532516" cy="418318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3321" y="1666458"/>
            <a:ext cx="3809048" cy="81894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3774" y="1780730"/>
            <a:ext cx="3428143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단계의 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3774" y="1990227"/>
            <a:ext cx="342814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눈으로 세 가지를 확인합니다.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13321" y="2656811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6" name="Text 13"/>
          <p:cNvSpPr/>
          <p:nvPr/>
        </p:nvSpPr>
        <p:spPr>
          <a:xfrm>
            <a:off x="7713321" y="2656811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56135" y="2637765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주소창에 https://내도메인 을 넣고 엽니다.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7713321" y="3171032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321" y="3171032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56135" y="3151987"/>
            <a:ext cx="3466233" cy="20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자물쇠 아이콘과 화면 내용을 확인합니다.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7713321" y="3475756"/>
            <a:ext cx="228543" cy="228543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22" name="Text 19"/>
          <p:cNvSpPr/>
          <p:nvPr/>
        </p:nvSpPr>
        <p:spPr>
          <a:xfrm>
            <a:off x="7713321" y="3475756"/>
            <a:ext cx="22854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56135" y="3456711"/>
            <a:ext cx="3466233" cy="41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88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하위 주소로 이동해 F5 를 눌러도 404 가 안 나는지 봅니다.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7713321" y="4028068"/>
            <a:ext cx="3809048" cy="952262"/>
          </a:xfrm>
          <a:prstGeom prst="rect">
            <a:avLst/>
          </a:prstGeom>
          <a:solidFill>
            <a:srgbClr val="FDEE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3321" y="4028068"/>
            <a:ext cx="38090" cy="952262"/>
          </a:xfrm>
          <a:prstGeom prst="rect">
            <a:avLst/>
          </a:prstGeom>
          <a:solidFill>
            <a:srgbClr val="C4341C"/>
          </a:solidFill>
          <a:ln/>
        </p:spPr>
      </p:sp>
      <p:sp>
        <p:nvSpPr>
          <p:cNvPr id="26" name="Text 23"/>
          <p:cNvSpPr/>
          <p:nvPr/>
        </p:nvSpPr>
        <p:spPr>
          <a:xfrm>
            <a:off x="7865683" y="4104249"/>
            <a:ext cx="3523369" cy="17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C43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404 가 뜬다면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865683" y="4294701"/>
            <a:ext cx="3523369" cy="57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13" dirty="0">
                <a:solidFill>
                  <a:srgbClr val="3A48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도메인이 아니라 배포 문제입니다. STEP 3 의 Source 와 STEP 3+ 의 배포 성공 여부를 다시 봅니다.</a:t>
            </a:r>
            <a:endParaRPr lang="en-US" sz="101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457086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4570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237940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· 끝난 뒤 체크리스트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10" name="Text 8"/>
          <p:cNvSpPr/>
          <p:nvPr/>
        </p:nvSpPr>
        <p:spPr>
          <a:xfrm>
            <a:off x="666583" y="1704549"/>
            <a:ext cx="5142214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(STEP 1~4)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6583" y="2009273"/>
            <a:ext cx="5142214" cy="19045"/>
          </a:xfrm>
          <a:prstGeom prst="rect">
            <a:avLst/>
          </a:prstGeom>
          <a:solidFill>
            <a:srgbClr val="D9E0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83" y="2161634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900" y="2294951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579" y="2237815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주소가 열린다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85579" y="2447313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사용자이름.github.io/저장소/ 로 사이트가 뜬다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666583" y="2866308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99900" y="2999625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5579" y="2942489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배포가 성공했다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5579" y="3151987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Actions 탭 맨 위에 초록 체크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666583" y="3570982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9900" y="3704299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5579" y="3647163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관리 화면에 들어갈 수 있다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85579" y="3856661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레코드를 직접 추가·삭제할 수 있는 계정</a:t>
            </a:r>
            <a:endParaRPr lang="en-US" sz="938" dirty="0"/>
          </a:p>
        </p:txBody>
      </p:sp>
      <p:sp>
        <p:nvSpPr>
          <p:cNvPr id="24" name="Shape 22"/>
          <p:cNvSpPr/>
          <p:nvPr/>
        </p:nvSpPr>
        <p:spPr>
          <a:xfrm>
            <a:off x="666583" y="4275656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900" y="4408972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579" y="4351837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주소를 정했다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85579" y="4561334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lms.내도메인.kr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6094476" y="1704549"/>
            <a:ext cx="5142214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끝난 뒤 (STEP 9~14)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94476" y="2009273"/>
            <a:ext cx="5142214" cy="19045"/>
          </a:xfrm>
          <a:prstGeom prst="rect">
            <a:avLst/>
          </a:prstGeom>
          <a:solidFill>
            <a:srgbClr val="D9E0E8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4476" y="2161634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227793" y="2294951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3471" y="2237815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레코드가 조회된다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13471" y="2447313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nslookup 결과가 사용자이름.github.io</a:t>
            </a:r>
            <a:endParaRPr lang="en-US" sz="938" dirty="0"/>
          </a:p>
        </p:txBody>
      </p:sp>
      <p:sp>
        <p:nvSpPr>
          <p:cNvPr id="34" name="Shape 32"/>
          <p:cNvSpPr/>
          <p:nvPr/>
        </p:nvSpPr>
        <p:spPr>
          <a:xfrm>
            <a:off x="6094476" y="2866308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5" name="Shape 33"/>
          <p:cNvSpPr/>
          <p:nvPr/>
        </p:nvSpPr>
        <p:spPr>
          <a:xfrm>
            <a:off x="6227793" y="2999625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3471" y="2942489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check successful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13471" y="3151987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Pages 화면에 초록 문구</a:t>
            </a:r>
            <a:endParaRPr lang="en-US" sz="938" dirty="0"/>
          </a:p>
        </p:txBody>
      </p:sp>
      <p:sp>
        <p:nvSpPr>
          <p:cNvPr id="38" name="Shape 36"/>
          <p:cNvSpPr/>
          <p:nvPr/>
        </p:nvSpPr>
        <p:spPr>
          <a:xfrm>
            <a:off x="6094476" y="3570982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9" name="Shape 37"/>
          <p:cNvSpPr/>
          <p:nvPr/>
        </p:nvSpPr>
        <p:spPr>
          <a:xfrm>
            <a:off x="6227793" y="3704299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3471" y="3647163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자물쇠가 보인다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13471" y="3856661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Enforce HTTPS 체크 완료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6094476" y="4275656"/>
            <a:ext cx="5142214" cy="59040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6227793" y="4408972"/>
            <a:ext cx="161885" cy="161885"/>
          </a:xfrm>
          <a:prstGeom prst="rect">
            <a:avLst/>
          </a:prstGeom>
          <a:solidFill>
            <a:srgbClr val="F4F6F9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3471" y="4351837"/>
            <a:ext cx="4570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3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새로고침해도 404 가 없다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13471" y="4561334"/>
            <a:ext cx="457085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하위 주소에서 F5</a:t>
            </a:r>
            <a:endParaRPr lang="en-US" sz="93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552187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생기는 문제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6583" y="1237940"/>
            <a:ext cx="10474881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증상을 먼저 가르고, 원인에 맞는 처방을 고릅니다.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583" y="1580755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83" y="1580755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583" y="1856911"/>
          <a:ext cx="10855785" cy="914400"/>
        </p:xfrm>
        <a:graphic>
          <a:graphicData uri="http://schemas.openxmlformats.org/drawingml/2006/table">
            <a:tbl>
              <a:tblPr/>
              <a:tblGrid>
                <a:gridCol w="3142464"/>
                <a:gridCol w="3428143"/>
                <a:gridCol w="42851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404 Page not found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실패 · Pages 소스가 틀림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Actions 탭 초록 체크 확인 → Source 를 빌드 방식에 맞게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화면이 하얗다 · CSS 깨짐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 경로가 /저장소/ 로 박힘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vite base 를 './' 로 바꾸고 다시 배포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 check unsuccessful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레코드 미반영 · 프록시 · GitHub 캐시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nslookup 으로 원인 확인 → Remove·10분·재입력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not eligible for HTTPS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 초록불 전 · 인증서 발급 대기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초록불 먼저, 그 뒤 5~15분 기다린다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리다이렉트 무한 반복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Cloudflare SSL 모드가 Flexible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SSL/TLS 를 Full (strict) 로 변경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C434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메일이 스팸으로 간다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_dmarc · _domainkey 에 프록시가 켜짐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620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레코드를 DNS only 로 변경</a:t>
                      </a:r>
                      <a:endParaRPr lang="en-US" sz="97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552187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— 증상으로 좁힌다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pic>
        <p:nvPicPr>
          <p:cNvPr id="10" name="Image 0" descr="/home/user/lms/docs/lecture/pages-domain/png/diagn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83" y="1704549"/>
            <a:ext cx="9522619" cy="46660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26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9522619" y="6437290"/>
            <a:ext cx="2323519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/>
          <p:nvPr/>
        </p:nvSpPr>
        <p:spPr>
          <a:xfrm>
            <a:off x="666583" y="361860"/>
            <a:ext cx="771332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사례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552187" y="361860"/>
            <a:ext cx="2856786" cy="24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200" kern="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STUDY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6583" y="723719"/>
            <a:ext cx="10474881" cy="49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lms.miraejob.co.kr 을 붙이면서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6583" y="1390302"/>
            <a:ext cx="10855785" cy="285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6583" y="1390302"/>
            <a:ext cx="1142714" cy="28568"/>
          </a:xfrm>
          <a:prstGeom prst="rect">
            <a:avLst/>
          </a:prstGeom>
          <a:solidFill>
            <a:srgbClr val="F26B21"/>
          </a:solidFill>
          <a:ln/>
        </p:spPr>
      </p:sp>
      <p:pic>
        <p:nvPicPr>
          <p:cNvPr id="10" name="Image 0" descr="/home/user/lms/docs/lecture/pages-domain/png/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83" y="1704549"/>
            <a:ext cx="9522619" cy="43804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6583" y="5675481"/>
            <a:ext cx="10855785" cy="6094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Text 9"/>
          <p:cNvSpPr/>
          <p:nvPr/>
        </p:nvSpPr>
        <p:spPr>
          <a:xfrm>
            <a:off x="914171" y="5675481"/>
            <a:ext cx="1904524" cy="6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9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주소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856786" y="5675481"/>
            <a:ext cx="8379905" cy="6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https://lms.내도메인.kr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Pages 도메인 연결 가이드</dc:title>
  <dc:subject>PptxGenJS Presentation</dc:subject>
  <dc:creator>PptxGenJS</dc:creator>
  <cp:lastModifiedBy>PptxGenJS</cp:lastModifiedBy>
  <cp:revision>1</cp:revision>
  <dcterms:created xsi:type="dcterms:W3CDTF">2026-08-20T15:14:02Z</dcterms:created>
  <dcterms:modified xsi:type="dcterms:W3CDTF">2026-08-20T15:14:02Z</dcterms:modified>
</cp:coreProperties>
</file>